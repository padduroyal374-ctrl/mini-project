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58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4CCD9-D01C-A338-2B20-5BB84F88A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947BD4-CD0D-79F9-301A-EEE8387BA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DB5F7-2085-AE12-3074-21B2E55BE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C7F1-1311-4EE1-A03A-6B4605944A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10D99-7DCD-E09D-C018-E89F1F264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C39D6-ED55-224F-6FB6-70673F88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AD65-999D-409F-BBE3-F0664D931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167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EB25A-7395-B399-CA74-A1B103A4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32B96-8A9A-8919-3E00-831C2FC92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2DC39-7CE5-EB83-030B-1EA0C9B21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C7F1-1311-4EE1-A03A-6B4605944A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993BE-C767-7C25-D034-0A7C4F498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9F6F6-64FC-E02D-B48F-9BAC0A947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AD65-999D-409F-BBE3-F0664D931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509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5F7DF-3ABF-EB7F-B743-0A8FB4292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B00B6-6AFB-2150-49B7-7A0C10A39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EDFED-73D3-8496-B303-ACA2B5BD3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C7F1-1311-4EE1-A03A-6B4605944A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1E4F1-AB95-3B30-EA2B-F59C7AE4A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C98D7-24F2-7FE2-DF40-2B0BF777F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AD65-999D-409F-BBE3-F0664D931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37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F4BCF-9BEC-E031-BE7C-B49F17C7E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9671D-1017-9985-E737-54C02755F8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FC8CF-4B1E-2CFB-8B89-BF1D0B2ED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F447-A006-6235-BF13-362FEE4CC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C7F1-1311-4EE1-A03A-6B4605944A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F043F-E654-1670-2010-3573B9D39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4D172-4E71-77C5-0915-97082F82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AD65-999D-409F-BBE3-F0664D931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225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F0A61-8C38-88E7-C9C5-5E9835F83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638AA-4FFC-6254-8A49-2A5BF5DC4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624585-A0E0-0F00-A766-B7A5E6C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9C9B2E-0F49-88CA-45B2-F5F953E41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7759D-DB5E-A40F-D7E1-0463E853BA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BE1C5A-3FCA-E9C7-6C90-1B72A3684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C7F1-1311-4EE1-A03A-6B4605944A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8FF5DA-5584-F8F0-6107-E82C0258D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52B75A-1A08-AFDF-71A5-A438E07A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AD65-999D-409F-BBE3-F0664D931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901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BDDFC-152F-5117-C395-660DEE6E2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D86279-D675-D7F5-2342-B83E95347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C7F1-1311-4EE1-A03A-6B4605944A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5C4BEC-E51B-9D08-0F9A-8503EC7F4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ED003-0A05-95D5-AAC2-5CE72715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AD65-999D-409F-BBE3-F0664D931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168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47019B-6BD7-F3DD-1535-D6560A05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C7F1-1311-4EE1-A03A-6B4605944A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FBFFE-3793-084C-0B50-54D40C139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A7850-1048-10D1-B0B2-5E448BD93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AD65-999D-409F-BBE3-F0664D931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414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E60DE-9C41-055F-D702-E7EF1B84C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B37BD-6BDA-A559-CB82-1D870C1EB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E957B-EDD7-86C3-45B7-1083CABF4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D8706-8806-8203-1B80-ED4243272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C7F1-1311-4EE1-A03A-6B4605944A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EFFB5-3BA1-EBB6-FCE4-74347E127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AD135-352A-B8C8-3524-EC8ABF224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AD65-999D-409F-BBE3-F0664D931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822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88CD6-28B7-74EA-4CB6-074E04860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A8FA23-CDD7-1F35-7ECD-C7464D937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EE9E68-732A-170E-F4BC-805E6A893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E11DF-A3E4-5ADD-66C8-C7938CEB5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C7F1-1311-4EE1-A03A-6B4605944A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9AB73-A6A3-0D5B-121B-28ABFF0A2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B285F-D090-AF62-83A2-634A9C72F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AD65-999D-409F-BBE3-F0664D931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21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01EDC-13BA-CEC5-694F-C7B1C2101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17E359-3667-074A-7F98-DF4D3CA0E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7D01F-0382-B4ED-726B-4F60DF42A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C7F1-1311-4EE1-A03A-6B4605944A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37A59-C87C-95A7-B6B1-E4D993BB4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BD295-DB89-315C-28AD-B7881885D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AD65-999D-409F-BBE3-F0664D931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2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B74D68-434A-0FBA-25A2-6207B56940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A7EB80-DFE8-DC60-DAD2-A1A535906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3AB0D-7717-2442-554A-E46FC9D23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C7F1-1311-4EE1-A03A-6B4605944A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8FDF8-1F59-C23A-7118-BFB15DB2A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E0F3A-BA20-6A2D-7C90-C4496F37A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BAD65-999D-409F-BBE3-F0664D931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427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00B71A-9F17-9047-E23D-58D4FDAE9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ABD0B-E7D3-8FA9-AA31-B4B41D39C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BFA89-09B9-7428-CDF6-6FCA9C3CC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89C7F1-1311-4EE1-A03A-6B4605944A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A27AD-213E-CB21-D328-CB6CBA32B8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A975E-3BB3-3B70-A8E2-6E75D526BB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1BAD65-999D-409F-BBE3-F0664D931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35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D97E5-D16F-B016-558F-ABF5A2306C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FD63EC-5B16-69D3-098A-86F791848D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C1B6F5-CF92-E6AC-7977-9C465764F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2030" y="1"/>
            <a:ext cx="1233267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869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05088-675A-FF77-1BB3-AAA629507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17E9AB-CD8C-E8ED-5C0C-19F8388F37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08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F3E34-7B19-5A2F-7A29-04D9308C1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951DA3-DA25-50DB-1B7B-7E162580AF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064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1CCBB-BD54-0B16-2B76-A226AE8DC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2692D1-43A8-780A-AA14-40EB14A8DC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387" y="-70338"/>
            <a:ext cx="12272387" cy="707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237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B0219-7223-F06F-C76B-9B75DE873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F9B03B-4E2F-F698-BB77-237792B542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0434"/>
            <a:ext cx="12192000" cy="702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41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9FCD1-541D-67F3-06B0-D684F7823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E3406F4-79FB-9B85-C828-986DA2EA56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" y="365125"/>
            <a:ext cx="9761220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989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71B64-798D-C6C7-3F86-BDD36F1C6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1E9630-4043-BA3A-5ED2-B83F51CA80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0435"/>
            <a:ext cx="12379569" cy="694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051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23AK1A3627 CIC</dc:creator>
  <cp:lastModifiedBy>23AK1A3627 CIC</cp:lastModifiedBy>
  <cp:revision>1</cp:revision>
  <dcterms:created xsi:type="dcterms:W3CDTF">2026-06-25T06:55:48Z</dcterms:created>
  <dcterms:modified xsi:type="dcterms:W3CDTF">2026-06-25T07:09:42Z</dcterms:modified>
</cp:coreProperties>
</file>